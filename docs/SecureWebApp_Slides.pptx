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1Sgs9myWfkTkHvylBocnMYpv8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663315-4E1B-4BCF-AAE8-6D1A348B03C5}">
  <a:tblStyle styleId="{75663315-4E1B-4BCF-AAE8-6D1A348B03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A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649496" y="1987025"/>
            <a:ext cx="4893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SecureWebApp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222645" y="3124975"/>
            <a:ext cx="3746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Flask/Python </a:t>
            </a:r>
            <a:r>
              <a:rPr b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secure file sharing</a:t>
            </a:r>
            <a:endParaRPr b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 flipH="1" rot="10800000">
            <a:off x="-12300" y="3769126"/>
            <a:ext cx="12216600" cy="7860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396349" y="4300325"/>
            <a:ext cx="339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B8"/>
              </a:buClr>
              <a:buSzPts val="13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By: Kuber Kapuriya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B8"/>
              </a:buClr>
              <a:buSzPts val="13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 419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8640" y="1280160"/>
            <a:ext cx="5486400" cy="21031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48640" y="1280160"/>
            <a:ext cx="73152" cy="21031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82880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Some organizations may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need to share sensitive documents without exposing them to unauthorized users, tampering, or data leaks.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3566160"/>
            <a:ext cx="5486400" cy="21031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3566160"/>
            <a:ext cx="73152" cy="210312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2960" y="37033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22960" y="411480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Flask web 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that provides authenticated, encrypted document storage with 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RBAC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sharing and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audit 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traces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Core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920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6858000" y="18745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ashed password authentication (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uses python bcrypt)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5786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6858000" y="253288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Fernet encryption for all stored documents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32369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858000" y="319125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based access control: 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Admin, Normal User, Guest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389534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6858000" y="384962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Document versioning and secure sharing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45537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6858000" y="450799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udi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 logging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, Secur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ity Logs, Access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5212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6858000" y="5166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TLS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encrypted transport (self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signed certificate)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Georg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Security &amp; 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91825" y="2048550"/>
            <a:ext cx="4151100" cy="96000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66147" y="2140000"/>
            <a:ext cx="341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66146" y="2505750"/>
            <a:ext cx="204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r>
              <a:rPr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HTTPS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91825" y="3145825"/>
            <a:ext cx="4151100" cy="960000"/>
          </a:xfrm>
          <a:prstGeom prst="rect">
            <a:avLst/>
          </a:prstGeom>
          <a:solidFill>
            <a:srgbClr val="9BB4E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66147" y="3237275"/>
            <a:ext cx="233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66149" y="3603025"/>
            <a:ext cx="197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TLS 1.2+</a:t>
            </a:r>
            <a:r>
              <a:rPr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Self</a:t>
            </a:r>
            <a:r>
              <a:rPr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signed </a:t>
            </a:r>
            <a:r>
              <a:rPr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91825" y="4243125"/>
            <a:ext cx="4151100" cy="960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66148" y="4334550"/>
            <a:ext cx="383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66148" y="4700325"/>
            <a:ext cx="404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Authorization (RBAC)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Logger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91825" y="5340400"/>
            <a:ext cx="4151100" cy="960000"/>
          </a:xfrm>
          <a:prstGeom prst="rect">
            <a:avLst/>
          </a:prstGeom>
          <a:solidFill>
            <a:srgbClr val="121A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66148" y="5431825"/>
            <a:ext cx="399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STORAGE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66148" y="5797600"/>
            <a:ext cx="378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Fernet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encrypted documents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metadata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3" title="Screenshot 2026-04-20 1910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188" y="1844220"/>
            <a:ext cx="7160777" cy="374471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6122400" y="1435690"/>
            <a:ext cx="4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Georgia"/>
              <a:buNone/>
            </a:pPr>
            <a:r>
              <a:rPr b="1" lang="en-US" sz="2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General System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224" y="1435700"/>
            <a:ext cx="4716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Security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Authentication &amp; Access Control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09728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Authentication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182880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bcrypt password hashing with 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salt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based login using Flask secure cookies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 plaintext credentials ever stored or logged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611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097280" y="36576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Role</a:t>
            </a:r>
            <a:r>
              <a:rPr b="1" lang="en-US" sz="2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Based Access Control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416052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full control, user &amp; document management, guest account creation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User: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download and upload new versions only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Guest: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read</a:t>
            </a: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only access to shared documents</a:t>
            </a:r>
            <a:endParaRPr b="0" i="0" sz="1400" u="none" cap="none" strike="noStrike">
              <a:solidFill>
                <a:srgbClr val="1A1F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2 Document Share Modes: View Only(See audit trail &amp; download, Editor</a:t>
            </a:r>
            <a:endParaRPr>
              <a:solidFill>
                <a:srgbClr val="1A1F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4"/>
          <p:cNvGraphicFramePr/>
          <p:nvPr/>
        </p:nvGraphicFramePr>
        <p:xfrm>
          <a:off x="5669268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{75663315-4E1B-4BCF-AAE8-6D1A348B03C5}</a:tableStyleId>
              </a:tblPr>
              <a:tblGrid>
                <a:gridCol w="612025"/>
                <a:gridCol w="682300"/>
                <a:gridCol w="738500"/>
                <a:gridCol w="721900"/>
                <a:gridCol w="685700"/>
                <a:gridCol w="683900"/>
                <a:gridCol w="642500"/>
                <a:gridCol w="642500"/>
                <a:gridCol w="8806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Content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own Content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Own Content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All Content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Users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Shared Docs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 own Doc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</a:t>
                      </a: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Own Password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400" u="none" cap="none" strike="noStrike">
                        <a:solidFill>
                          <a:srgbClr val="2E8B5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400" u="none" cap="none" strike="noStrike">
                        <a:solidFill>
                          <a:srgbClr val="2E8B5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400" u="none" cap="none" strike="noStrike">
                        <a:solidFill>
                          <a:srgbClr val="2E8B5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400" u="none" cap="none" strike="noStrike">
                        <a:solidFill>
                          <a:srgbClr val="2E8B5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9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>
                        <a:solidFill>
                          <a:srgbClr val="98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sp>
        <p:nvSpPr>
          <p:cNvPr id="81" name="Google Shape;81;p4"/>
          <p:cNvSpPr/>
          <p:nvPr/>
        </p:nvSpPr>
        <p:spPr>
          <a:xfrm>
            <a:off x="6205530" y="117132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B8"/>
              </a:buClr>
              <a:buSzPts val="1200"/>
              <a:buFont typeface="Calibri"/>
              <a:buNone/>
            </a:pPr>
            <a:r>
              <a:rPr b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Permissions Matrix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Encryption &amp; Audit Trail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109728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Encryption at Rest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Fernet symmetric encryption (AES-128-CBC + HMAC-SHA256)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Key stored outside the </a:t>
            </a:r>
            <a:r>
              <a:rPr lang="en-US" sz="13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repo</a:t>
            </a: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.gitignore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Documents decrypted only in</a:t>
            </a:r>
            <a:r>
              <a:rPr lang="en-US" sz="13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memory on authorized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3840480"/>
            <a:ext cx="1371600" cy="1097280"/>
          </a:xfrm>
          <a:prstGeom prst="roundRect">
            <a:avLst>
              <a:gd fmla="val 6667" name="adj"/>
            </a:avLst>
          </a:prstGeom>
          <a:solidFill>
            <a:srgbClr val="F7F9FD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4023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548640" y="45537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965960" y="4114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468880" y="3840480"/>
            <a:ext cx="1371600" cy="1097280"/>
          </a:xfrm>
          <a:prstGeom prst="roundRect">
            <a:avLst>
              <a:gd fmla="val 6667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6080" y="4023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2468880" y="45537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Fernet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886200" y="4114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389120" y="3840480"/>
            <a:ext cx="1371600" cy="1097280"/>
          </a:xfrm>
          <a:prstGeom prst="roundRect">
            <a:avLst>
              <a:gd fmla="val 6667" name="adj"/>
            </a:avLst>
          </a:prstGeom>
          <a:solidFill>
            <a:srgbClr val="121A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4023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4389120" y="45537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0" y="1234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685800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Audit Trail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309360" y="182880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Logs security events only</a:t>
            </a:r>
            <a:r>
              <a:rPr lang="en-US" sz="13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like </a:t>
            </a: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auth, access decisions, doc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Each entry: timestamp, user, action, resource, outcome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Supports forensic review and accountability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2675" y="3746485"/>
            <a:ext cx="5516877" cy="2287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Challenges &amp; Lessons Learned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48640" y="1234440"/>
            <a:ext cx="5486400" cy="246888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1234440"/>
            <a:ext cx="91440" cy="2468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944961" y="1463025"/>
            <a:ext cx="278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.gitignore Encoding Trap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68680" y="20116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Early in development,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PowerShell saved .gitignore as UTF-16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so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Git silently ignored it. Keys and certs were committed f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rom this mistake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68680" y="30175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esson: TDefaults of tools are important and e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ncoding is a security concern.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355080" y="1234440"/>
            <a:ext cx="5486400" cy="246888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355080" y="1234440"/>
            <a:ext cx="91440" cy="2468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7223760" y="14173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Getting Rid of Git History to hide keys/certs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675120" y="20116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Deleting files from the working tree leaves them in Git history. Required git filter-repo to fully purge.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675120" y="30175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Lesson: I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 version control, deletion </a:t>
            </a: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doesnt mean 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removal.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48640" y="3977640"/>
            <a:ext cx="5486400" cy="246888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48640" y="3977640"/>
            <a:ext cx="91440" cy="2468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4206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1417320" y="41605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Unnecessary Logs Noise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68680" y="47548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Initial audit logging fired on every request, 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hiding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security events in 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irrelevant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68680" y="57607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Lesson: Make 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audit logs </a:t>
            </a: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trigger for 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meaningful events, not every HTTP hit.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355080" y="3977640"/>
            <a:ext cx="5486400" cy="246888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355080" y="3977640"/>
            <a:ext cx="91440" cy="2468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4206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7223760" y="41605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Local Development Warnings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675120" y="475488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 s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elf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signed TLS cert produces ERR_CERT_AUTHORITY_INVALID </a:t>
            </a:r>
            <a:r>
              <a:rPr lang="en-US"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warning which is </a:t>
            </a:r>
            <a:r>
              <a:rPr b="0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fine for localhost, not for production.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675120" y="57607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Lesson: </a:t>
            </a:r>
            <a:r>
              <a:rPr b="0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Cert management is a full discipline of its own.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A4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548640" y="338625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291850" y="1374108"/>
            <a:ext cx="5486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Successfully made a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secure document sharing system </a:t>
            </a: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defense in depth</a:t>
            </a: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but for public deployment there are more steps: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52175" y="1876890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B700"/>
                </a:solidFill>
                <a:latin typeface="Georgia"/>
                <a:ea typeface="Georgia"/>
                <a:cs typeface="Georgia"/>
                <a:sym typeface="Georgia"/>
              </a:rPr>
              <a:t>Next Steps: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 flipH="1" rot="10800000">
            <a:off x="-12300" y="1137088"/>
            <a:ext cx="12216600" cy="7860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252175" y="2469800"/>
            <a:ext cx="11269200" cy="4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Migrate from JSON file storage to PostgreSQL scalability and also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specific encryption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Put Cloudflare in front of the app for DDoS protection, bot detection, and automatic TLS with a trusted CA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Replace the self-signed certificate with a commercial CA certificate tied to a real domain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add MFA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 a forgot password reset flow with email verification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encryption key rotation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Move the Fernet key into a dedicated secrets manager instead of a local file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Ship structured JSON audit logs to a SIEM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app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 up automated backups of the database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2026-04-21T17:40:33Z</dcterms:created>
  <dc:creator>Vatsal</dc:creator>
</cp:coreProperties>
</file>